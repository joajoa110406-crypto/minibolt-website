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67" r:id="rId2"/>
    <p:sldId id="270" r:id="rId3"/>
    <p:sldId id="269" r:id="rId4"/>
    <p:sldId id="271" r:id="rId5"/>
    <p:sldId id="272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CD2C9-2EC1-44E6-B72D-F3E5C680DBA5}" type="datetimeFigureOut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DA72F-E2B6-43A8-B8FD-D40B440487A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2876-FC0D-4431-9B84-976371CDFBE1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6043-5987-462D-9559-200F28B99364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436B2-601B-43AD-A339-D9918A83712F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F0AF-03A8-41B2-A91C-EBC042604505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5A61-D3AE-46B7-BE7F-D1552E857295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D776-E568-4D66-A376-7FB3B8825BBB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210E5-413A-49EB-973F-5EB9D288EB42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C364-F8D1-479E-B175-D11050D42DFE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CCC3-BA85-474D-8754-CA51A476112F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56275-E802-41B5-BA59-D036D048A37D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59B4-A0EB-4A6E-B64B-D7B393D0C74B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B07C4-BE8C-496F-B80F-3E76C797FF02}" type="datetime1">
              <a:rPr lang="ko-KR" altLang="en-US" smtClean="0"/>
              <a:t>2026-02-15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A027B-A6CD-40CF-A57A-02376151EF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rot="5400000">
            <a:off x="-2000284" y="3428603"/>
            <a:ext cx="6430190" cy="79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-16" y="214290"/>
            <a:ext cx="1214414" cy="1428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5703" y="285728"/>
            <a:ext cx="114297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200" b="1" dirty="0">
                <a:solidFill>
                  <a:schemeClr val="bg1"/>
                </a:solidFill>
              </a:rPr>
              <a:t>Mini bolt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SPECIAL METAL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C o m p a n y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P r o f </a:t>
            </a:r>
            <a:r>
              <a:rPr lang="en-US" altLang="ko-KR" sz="1000" dirty="0" err="1">
                <a:solidFill>
                  <a:schemeClr val="bg1"/>
                </a:solidFill>
              </a:rPr>
              <a:t>i</a:t>
            </a:r>
            <a:r>
              <a:rPr lang="en-US" altLang="ko-KR" sz="1000" dirty="0">
                <a:solidFill>
                  <a:schemeClr val="bg1"/>
                </a:solidFill>
              </a:rPr>
              <a:t> l e</a:t>
            </a:r>
          </a:p>
        </p:txBody>
      </p:sp>
      <p:cxnSp>
        <p:nvCxnSpPr>
          <p:cNvPr id="22" name="직선 연결선 21"/>
          <p:cNvCxnSpPr/>
          <p:nvPr/>
        </p:nvCxnSpPr>
        <p:spPr>
          <a:xfrm rot="5400000">
            <a:off x="-1142246" y="5357032"/>
            <a:ext cx="2571768" cy="15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504" y="4214818"/>
            <a:ext cx="102784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Company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5AF492-935E-4469-A4B0-E0076A79857E}"/>
              </a:ext>
            </a:extLst>
          </p:cNvPr>
          <p:cNvSpPr/>
          <p:nvPr/>
        </p:nvSpPr>
        <p:spPr>
          <a:xfrm>
            <a:off x="112903" y="4429132"/>
            <a:ext cx="61471" cy="6147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DSC_6515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7290" y="214290"/>
            <a:ext cx="6215106" cy="3143272"/>
          </a:xfrm>
          <a:prstGeom prst="rect">
            <a:avLst/>
          </a:prstGeom>
        </p:spPr>
      </p:pic>
      <p:pic>
        <p:nvPicPr>
          <p:cNvPr id="12" name="그림 11" descr="DSC_6525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57289" y="3498767"/>
            <a:ext cx="6215107" cy="3144943"/>
          </a:xfrm>
          <a:prstGeom prst="rect">
            <a:avLst/>
          </a:prstGeom>
        </p:spPr>
      </p:pic>
      <p:sp>
        <p:nvSpPr>
          <p:cNvPr id="19" name="슬라이드 번호 개체 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rot="5400000">
            <a:off x="-2000284" y="3428603"/>
            <a:ext cx="6430190" cy="79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-16" y="214290"/>
            <a:ext cx="1214414" cy="1428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5703" y="285728"/>
            <a:ext cx="114297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200" b="1" dirty="0">
                <a:solidFill>
                  <a:schemeClr val="bg1"/>
                </a:solidFill>
              </a:rPr>
              <a:t>Mini bolt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SPECIAL METAL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C o m p a n y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P r o f </a:t>
            </a:r>
            <a:r>
              <a:rPr lang="en-US" altLang="ko-KR" sz="1000" dirty="0" err="1">
                <a:solidFill>
                  <a:schemeClr val="bg1"/>
                </a:solidFill>
              </a:rPr>
              <a:t>i</a:t>
            </a:r>
            <a:r>
              <a:rPr lang="en-US" altLang="ko-KR" sz="1000" dirty="0">
                <a:solidFill>
                  <a:schemeClr val="bg1"/>
                </a:solidFill>
              </a:rPr>
              <a:t> l e</a:t>
            </a:r>
          </a:p>
        </p:txBody>
      </p:sp>
      <p:cxnSp>
        <p:nvCxnSpPr>
          <p:cNvPr id="22" name="직선 연결선 21"/>
          <p:cNvCxnSpPr/>
          <p:nvPr/>
        </p:nvCxnSpPr>
        <p:spPr>
          <a:xfrm rot="5400000">
            <a:off x="-1142246" y="5357032"/>
            <a:ext cx="2571768" cy="15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504" y="4214818"/>
            <a:ext cx="102784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Company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5AF492-935E-4469-A4B0-E0076A79857E}"/>
              </a:ext>
            </a:extLst>
          </p:cNvPr>
          <p:cNvSpPr/>
          <p:nvPr/>
        </p:nvSpPr>
        <p:spPr>
          <a:xfrm>
            <a:off x="112903" y="4429132"/>
            <a:ext cx="61471" cy="6147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 descr="DSC_6547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7290" y="3714752"/>
            <a:ext cx="6215106" cy="3000396"/>
          </a:xfrm>
          <a:prstGeom prst="rect">
            <a:avLst/>
          </a:prstGeom>
        </p:spPr>
      </p:pic>
      <p:pic>
        <p:nvPicPr>
          <p:cNvPr id="12" name="그림 11" descr="DSC_6539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57290" y="138476"/>
            <a:ext cx="6215106" cy="3483684"/>
          </a:xfrm>
          <a:prstGeom prst="rect">
            <a:avLst/>
          </a:prstGeom>
        </p:spPr>
      </p:pic>
      <p:sp>
        <p:nvSpPr>
          <p:cNvPr id="19" name="슬라이드 번호 개체 틀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rot="5400000">
            <a:off x="-2000284" y="3428603"/>
            <a:ext cx="6430190" cy="79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-16" y="214290"/>
            <a:ext cx="1214414" cy="1428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5703" y="285728"/>
            <a:ext cx="114297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200" b="1" dirty="0">
                <a:solidFill>
                  <a:schemeClr val="bg1"/>
                </a:solidFill>
              </a:rPr>
              <a:t>Mini bolt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SPECIAL METAL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C o m p a n y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P r o f </a:t>
            </a:r>
            <a:r>
              <a:rPr lang="en-US" altLang="ko-KR" sz="1000" dirty="0" err="1">
                <a:solidFill>
                  <a:schemeClr val="bg1"/>
                </a:solidFill>
              </a:rPr>
              <a:t>i</a:t>
            </a:r>
            <a:r>
              <a:rPr lang="en-US" altLang="ko-KR" sz="1000" dirty="0">
                <a:solidFill>
                  <a:schemeClr val="bg1"/>
                </a:solidFill>
              </a:rPr>
              <a:t> l e</a:t>
            </a:r>
          </a:p>
        </p:txBody>
      </p:sp>
      <p:cxnSp>
        <p:nvCxnSpPr>
          <p:cNvPr id="22" name="직선 연결선 21"/>
          <p:cNvCxnSpPr/>
          <p:nvPr/>
        </p:nvCxnSpPr>
        <p:spPr>
          <a:xfrm rot="5400000">
            <a:off x="-1142246" y="5357032"/>
            <a:ext cx="2571768" cy="15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504" y="4214818"/>
            <a:ext cx="102784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Company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5AF492-935E-4469-A4B0-E0076A79857E}"/>
              </a:ext>
            </a:extLst>
          </p:cNvPr>
          <p:cNvSpPr/>
          <p:nvPr/>
        </p:nvSpPr>
        <p:spPr>
          <a:xfrm>
            <a:off x="112903" y="4439099"/>
            <a:ext cx="61471" cy="6147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 descr="DSC_6549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7290" y="285728"/>
            <a:ext cx="3000396" cy="2353017"/>
          </a:xfrm>
          <a:prstGeom prst="rect">
            <a:avLst/>
          </a:prstGeom>
        </p:spPr>
      </p:pic>
      <p:pic>
        <p:nvPicPr>
          <p:cNvPr id="20" name="그림 19" descr="DSC_6553-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31482" y="283168"/>
            <a:ext cx="3155338" cy="2360014"/>
          </a:xfrm>
          <a:prstGeom prst="rect">
            <a:avLst/>
          </a:prstGeom>
        </p:spPr>
      </p:pic>
      <p:pic>
        <p:nvPicPr>
          <p:cNvPr id="21" name="그림 20" descr="DSC_6556-1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57290" y="2759269"/>
            <a:ext cx="6215106" cy="3884441"/>
          </a:xfrm>
          <a:prstGeom prst="rect">
            <a:avLst/>
          </a:prstGeom>
        </p:spPr>
      </p:pic>
      <p:sp>
        <p:nvSpPr>
          <p:cNvPr id="17" name="슬라이드 번호 개체 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 rot="5400000">
            <a:off x="-2000284" y="3428603"/>
            <a:ext cx="6430190" cy="79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-16" y="214290"/>
            <a:ext cx="1214414" cy="14287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5703" y="285728"/>
            <a:ext cx="114297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400" b="1" dirty="0">
                <a:solidFill>
                  <a:schemeClr val="bg1"/>
                </a:solidFill>
              </a:rPr>
              <a:t>Mini bolt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SPECIAL METAL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C o m p a n y</a:t>
            </a:r>
          </a:p>
          <a:p>
            <a:pPr algn="dist"/>
            <a:endParaRPr lang="en-US" altLang="ko-KR" sz="1000" dirty="0">
              <a:solidFill>
                <a:schemeClr val="bg1"/>
              </a:solidFill>
            </a:endParaRPr>
          </a:p>
          <a:p>
            <a:pPr algn="dist"/>
            <a:r>
              <a:rPr lang="en-US" altLang="ko-KR" sz="1000" dirty="0">
                <a:solidFill>
                  <a:schemeClr val="bg1"/>
                </a:solidFill>
              </a:rPr>
              <a:t>P r o f </a:t>
            </a:r>
            <a:r>
              <a:rPr lang="en-US" altLang="ko-KR" sz="1000" dirty="0" err="1">
                <a:solidFill>
                  <a:schemeClr val="bg1"/>
                </a:solidFill>
              </a:rPr>
              <a:t>i</a:t>
            </a:r>
            <a:r>
              <a:rPr lang="en-US" altLang="ko-KR" sz="1000" dirty="0">
                <a:solidFill>
                  <a:schemeClr val="bg1"/>
                </a:solidFill>
              </a:rPr>
              <a:t> l e</a:t>
            </a:r>
          </a:p>
        </p:txBody>
      </p:sp>
      <p:cxnSp>
        <p:nvCxnSpPr>
          <p:cNvPr id="22" name="직선 연결선 21"/>
          <p:cNvCxnSpPr/>
          <p:nvPr/>
        </p:nvCxnSpPr>
        <p:spPr>
          <a:xfrm rot="5400000">
            <a:off x="-1142246" y="5357032"/>
            <a:ext cx="2571768" cy="15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504" y="4214818"/>
            <a:ext cx="102784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Company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</a:t>
            </a:r>
          </a:p>
          <a:p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Information</a:t>
            </a: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15AF492-935E-4469-A4B0-E0076A79857E}"/>
              </a:ext>
            </a:extLst>
          </p:cNvPr>
          <p:cNvSpPr/>
          <p:nvPr/>
        </p:nvSpPr>
        <p:spPr>
          <a:xfrm>
            <a:off x="112903" y="5296355"/>
            <a:ext cx="61471" cy="6147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Freeform 5"/>
          <p:cNvSpPr>
            <a:spLocks/>
          </p:cNvSpPr>
          <p:nvPr/>
        </p:nvSpPr>
        <p:spPr bwMode="auto">
          <a:xfrm>
            <a:off x="1357617" y="2464060"/>
            <a:ext cx="2270681" cy="750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일반 소형 나사</a:t>
            </a:r>
            <a:endParaRPr lang="en-US" altLang="ko-KR" sz="1200" b="1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 규격 제품과 </a:t>
            </a:r>
            <a:r>
              <a:rPr lang="ko-KR" altLang="en-US" sz="900" dirty="0" err="1">
                <a:solidFill>
                  <a:prstClr val="white">
                    <a:lumMod val="50000"/>
                  </a:prstClr>
                </a:solidFill>
              </a:rPr>
              <a:t>와샤붙이</a:t>
            </a:r>
            <a:r>
              <a:rPr lang="en-US" altLang="ko-KR" sz="900" dirty="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제품에 맞게 제작 가능</a:t>
            </a:r>
            <a:r>
              <a:rPr lang="en-US" altLang="ko-KR" sz="900" dirty="0">
                <a:solidFill>
                  <a:prstClr val="white">
                    <a:lumMod val="50000"/>
                  </a:prstClr>
                </a:solidFill>
              </a:rPr>
              <a:t>.</a:t>
            </a:r>
            <a:endParaRPr lang="ko-KR" altLang="en-U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2" name="Freeform 5"/>
          <p:cNvSpPr>
            <a:spLocks/>
          </p:cNvSpPr>
          <p:nvPr/>
        </p:nvSpPr>
        <p:spPr bwMode="auto">
          <a:xfrm>
            <a:off x="4071198" y="2464060"/>
            <a:ext cx="2256172" cy="750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 소형 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0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번 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SCREW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en-US" altLang="ko-KR" sz="900" dirty="0">
                <a:solidFill>
                  <a:prstClr val="white">
                    <a:lumMod val="50000"/>
                  </a:prstClr>
                </a:solidFill>
              </a:rPr>
              <a:t>M1 ~ M2 CAMERA SCREW</a:t>
            </a:r>
            <a:endParaRPr lang="ko-KR" altLang="en-US" sz="9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6" name="Freeform 5"/>
          <p:cNvSpPr>
            <a:spLocks/>
          </p:cNvSpPr>
          <p:nvPr/>
        </p:nvSpPr>
        <p:spPr bwMode="auto">
          <a:xfrm>
            <a:off x="1357617" y="1035300"/>
            <a:ext cx="2281091" cy="1463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17" name="Freeform 5"/>
          <p:cNvSpPr>
            <a:spLocks/>
          </p:cNvSpPr>
          <p:nvPr/>
        </p:nvSpPr>
        <p:spPr bwMode="auto">
          <a:xfrm>
            <a:off x="4076859" y="1035300"/>
            <a:ext cx="2281091" cy="1463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21" name="Freeform 5"/>
          <p:cNvSpPr>
            <a:spLocks/>
          </p:cNvSpPr>
          <p:nvPr/>
        </p:nvSpPr>
        <p:spPr bwMode="auto">
          <a:xfrm>
            <a:off x="6745311" y="2464060"/>
            <a:ext cx="2256172" cy="750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소형 </a:t>
            </a:r>
            <a:r>
              <a:rPr lang="ko-KR" altLang="en-US" sz="1200" b="1" dirty="0" err="1">
                <a:solidFill>
                  <a:prstClr val="white">
                    <a:lumMod val="50000"/>
                  </a:prstClr>
                </a:solidFill>
              </a:rPr>
              <a:t>렌지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 나사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별나사</a:t>
            </a:r>
            <a:endParaRPr lang="en-US" altLang="ko-KR" sz="1200" b="1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규격 제품과 제품에 맞게 제작가능</a:t>
            </a: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6720360" y="1035300"/>
            <a:ext cx="2281091" cy="14639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25" name="Freeform 5"/>
          <p:cNvSpPr>
            <a:spLocks/>
          </p:cNvSpPr>
          <p:nvPr/>
        </p:nvSpPr>
        <p:spPr bwMode="auto">
          <a:xfrm>
            <a:off x="1352692" y="5464456"/>
            <a:ext cx="2270681" cy="750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prstClr val="white">
                    <a:lumMod val="50000"/>
                  </a:prstClr>
                </a:solidFill>
              </a:rPr>
              <a:t>쌤스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육각 볼트</a:t>
            </a:r>
            <a:endParaRPr lang="en-US" altLang="ko-KR" sz="1200" b="1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 규격 제품과 제품에 맞게 제작 가능</a:t>
            </a:r>
          </a:p>
        </p:txBody>
      </p:sp>
      <p:sp>
        <p:nvSpPr>
          <p:cNvPr id="26" name="Freeform 5"/>
          <p:cNvSpPr>
            <a:spLocks/>
          </p:cNvSpPr>
          <p:nvPr/>
        </p:nvSpPr>
        <p:spPr bwMode="auto">
          <a:xfrm>
            <a:off x="4066272" y="5464456"/>
            <a:ext cx="2363115" cy="750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Rivet , 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단자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, </a:t>
            </a:r>
            <a:r>
              <a:rPr lang="ko-KR" altLang="en-US" sz="1200" b="1" dirty="0" err="1">
                <a:solidFill>
                  <a:prstClr val="white">
                    <a:lumMod val="50000"/>
                  </a:prstClr>
                </a:solidFill>
              </a:rPr>
              <a:t>쌤스등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 </a:t>
            </a:r>
            <a:r>
              <a:rPr lang="ko-KR" altLang="en-US" sz="1200" b="1" dirty="0" err="1">
                <a:solidFill>
                  <a:prstClr val="white">
                    <a:lumMod val="50000"/>
                  </a:prstClr>
                </a:solidFill>
              </a:rPr>
              <a:t>여러제품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규격 제품과 제품에 맞게 제작 가능</a:t>
            </a:r>
          </a:p>
        </p:txBody>
      </p:sp>
      <p:sp>
        <p:nvSpPr>
          <p:cNvPr id="27" name="Freeform 5"/>
          <p:cNvSpPr>
            <a:spLocks/>
          </p:cNvSpPr>
          <p:nvPr/>
        </p:nvSpPr>
        <p:spPr bwMode="auto">
          <a:xfrm>
            <a:off x="1352692" y="4035696"/>
            <a:ext cx="2281091" cy="1463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28" name="Freeform 5"/>
          <p:cNvSpPr>
            <a:spLocks/>
          </p:cNvSpPr>
          <p:nvPr/>
        </p:nvSpPr>
        <p:spPr bwMode="auto">
          <a:xfrm>
            <a:off x="4071934" y="4035696"/>
            <a:ext cx="2281091" cy="14639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29" name="Freeform 5"/>
          <p:cNvSpPr>
            <a:spLocks/>
          </p:cNvSpPr>
          <p:nvPr/>
        </p:nvSpPr>
        <p:spPr bwMode="auto">
          <a:xfrm>
            <a:off x="6740386" y="5464456"/>
            <a:ext cx="2256172" cy="750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4400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렌치볼트 </a:t>
            </a:r>
            <a:r>
              <a:rPr lang="en-US" altLang="ko-KR" sz="1200" b="1" dirty="0">
                <a:solidFill>
                  <a:prstClr val="white">
                    <a:lumMod val="50000"/>
                  </a:prstClr>
                </a:solidFill>
              </a:rPr>
              <a:t>/ </a:t>
            </a:r>
            <a:r>
              <a:rPr lang="ko-KR" altLang="en-US" sz="1200" b="1" dirty="0">
                <a:solidFill>
                  <a:prstClr val="white">
                    <a:lumMod val="50000"/>
                  </a:prstClr>
                </a:solidFill>
              </a:rPr>
              <a:t>단자 볼트</a:t>
            </a:r>
            <a:endParaRPr lang="en-US" altLang="ko-KR" sz="1200" b="1" dirty="0">
              <a:solidFill>
                <a:prstClr val="white">
                  <a:lumMod val="50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prstClr val="white">
                    <a:lumMod val="50000"/>
                  </a:prstClr>
                </a:solidFill>
              </a:rPr>
              <a:t> 규격 제품과 제품에 맞게 제작 가능</a:t>
            </a:r>
          </a:p>
        </p:txBody>
      </p:sp>
      <p:sp>
        <p:nvSpPr>
          <p:cNvPr id="30" name="Freeform 5"/>
          <p:cNvSpPr>
            <a:spLocks/>
          </p:cNvSpPr>
          <p:nvPr/>
        </p:nvSpPr>
        <p:spPr bwMode="auto">
          <a:xfrm>
            <a:off x="6715435" y="4035696"/>
            <a:ext cx="2281091" cy="14639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100" dirty="0">
              <a:solidFill>
                <a:prstClr val="white"/>
              </a:solidFill>
            </a:endParaRPr>
          </a:p>
        </p:txBody>
      </p:sp>
      <p:sp>
        <p:nvSpPr>
          <p:cNvPr id="33" name="슬라이드 번호 개체 틀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679025" y="2713420"/>
            <a:ext cx="178595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</a:t>
            </a:r>
          </a:p>
          <a:p>
            <a:pPr>
              <a:lnSpc>
                <a:spcPct val="150000"/>
              </a:lnSpc>
            </a:pPr>
            <a:r>
              <a:rPr lang="en-US" altLang="ko-KR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Thanks for Reading</a:t>
            </a:r>
          </a:p>
          <a:p>
            <a:pPr>
              <a:lnSpc>
                <a:spcPct val="150000"/>
              </a:lnSpc>
            </a:pP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1919</TotalTime>
  <Words>166</Words>
  <Application>Microsoft Office PowerPoint</Application>
  <PresentationFormat>화면 슬라이드 쇼(4:3)</PresentationFormat>
  <Paragraphs>82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min su kim</cp:lastModifiedBy>
  <cp:revision>197</cp:revision>
  <dcterms:created xsi:type="dcterms:W3CDTF">2018-10-02T18:22:38Z</dcterms:created>
  <dcterms:modified xsi:type="dcterms:W3CDTF">2026-02-15T08:05:57Z</dcterms:modified>
</cp:coreProperties>
</file>